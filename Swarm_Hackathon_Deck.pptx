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1371600"/>
            <a:ext cx="6400800" cy="4572000"/>
          </a:xfrm>
          <a:prstGeom prst="ellipse">
            <a:avLst/>
          </a:prstGeom>
          <a:solidFill>
            <a:srgbClr val="3B0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>
                <a:solidFill>
                  <a:srgbClr val="FFFFFF"/>
                </a:solidFill>
              </a:rPr>
              <a:t>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926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6B6D4"/>
                </a:solidFill>
              </a:rPr>
              <a:t>Run many Claude Code agents in parallel — each in its own sandbox.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B0"/>
                </a:solidFill>
              </a:rPr>
              <a:t>Hackathon Demo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😤  The 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749039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Terminal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Juggling dozens of tmux panes just to run a few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3749039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 session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Each workspace is locked — no parallelism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749039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Constant babysitting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You have to watch every agent or miss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3749039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No specialisation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Every agent re-explains itself — zero reuse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657600"/>
            <a:ext cx="3749039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794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No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97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Great workflows die on your laptop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💡  Swarm —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64592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Define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</a:rPr>
              <a:t>Specialised agent: instructions, tools, repos, MCPs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164592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Run in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</a:rPr>
              <a:t>Many instances, each with its own isolated sandbox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64592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Watch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</a:rPr>
              <a:t>All agents visible in one window, real-time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164592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23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6177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B0"/>
                </a:solidFill>
              </a:rPr>
              <a:t>Set crons — agents work while you sleep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⚙️  How It Works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Define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CLAUDE.md with YAML frontmatter
(name, emoji, args, MCPs, repos)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3127248"/>
            <a:ext cx="32004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40" y="12801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74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Spawn Instances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Each instance clones repos into
an isolated working directory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3127248"/>
            <a:ext cx="32004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874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Run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77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Pass one-off args → Claude Code
launches in a real PTY terminal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3127248"/>
            <a:ext cx="32004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12801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874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Watch &amp; Resume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77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Live status: idle / thinking /
waiting. Resume from session 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11338560" cy="182880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6B6D4"/>
                </a:solidFill>
              </a:rPr>
              <a:t>Electron + Svelte  ·  xterm.js + node-pty  ·  Supabase  ·  macOS launchd (crons)  ·  YAML agent definitions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B0"/>
                </a:solidFill>
              </a:rPr>
              <a:t>IPC-bridged architecture — all process/file/DB ops in main process, renderer is pure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✨ 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03320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447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Specialised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659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Custom instructions, whitelisted commands,
required MCPs, auto-cloned repos per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03320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4447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Live Multi-Terminal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659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xterm.js terminals — idle / thinking /
waiting status detected in 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474720"/>
            <a:ext cx="3703320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611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6393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Cron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1605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Native macOS launchd plists — run agents
autonomously on any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703320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11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93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Session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1605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Every session logged (raw + plain-text).
Search, replay, and resume anytime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5669279"/>
            <a:ext cx="3703320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58064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83387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Agent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635507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Publish, star, fork, and share agent
definitions across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669279"/>
            <a:ext cx="3703320" cy="2011680"/>
          </a:xfrm>
          <a:prstGeom prst="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58064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5833871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Parallel Instances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635507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Multiple isolated working directories
per agent — true parallelism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🏗️ 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85800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6459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Svelte UI (Renderer)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Multi-tab terminal, file browser, agent sidebar, modals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39"/>
            <a:ext cx="685800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39"/>
            <a:ext cx="164592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IPC Bridge (preload.ts)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5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Type-safe channel between renderer and main 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685800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6459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050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Electron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Agent Manager · PTY Manager · Session Manager
Cron Manager · MCP Manager · Marketplace 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685800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309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B0"/>
                </a:solidFill>
              </a:rPr>
              <a:t>users · agents · instances · sessions · crons · marketplace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280160"/>
            <a:ext cx="4023360" cy="5212080"/>
          </a:xfrm>
          <a:prstGeom prst="rect">
            <a:avLst/>
          </a:prstGeom>
          <a:solidFill>
            <a:srgbClr val="1A1A2E"/>
          </a:solidFill>
          <a:ln w="19050">
            <a:solidFill>
              <a:srgbClr val="A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</a:rPr>
              <a:t>~/.swarm/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92024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</a:rPr>
              <a:t>CLAUDE.md          ← global rules
agents/
  &lt;id&gt;/
    CLAUDE.md      ← agent def
    instances/
      0/           ← isolated dir
        repo/      ← cloned repo
        sessions/
          *.log    ← raw output
          *.txt    ← plain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🚀  What We Built in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Full Electron desktop app — installable, distributable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Agent CRUD with YAML frontmatter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Parallel PTY terminals with live idle/thinking/waiting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39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39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logging, search, and resume (--resume flag)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macOS cron scheduling via launchd plist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MCP server connectivity checks before session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Community marketplace — publish, fork, star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File browser with content preview inside instances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🔭 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03320" cy="2103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Agent Chaining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Output of one agent triggers the next — automated pipelines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03320" cy="2103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Cross-agent analytics: cost, success rate, run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703320" cy="2103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Cloud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574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Run agents on remote sandboxes, not just local machine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703320" cy="2103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Slack / email alerts when an agent finishes or fails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703320" cy="2103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94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Team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348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Shared agent libraries with role-based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703320" cy="2103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94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One-click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348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</a:rPr>
              <a:t>Export an agent + its environment as a shareable bundle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0" y="914400"/>
            <a:ext cx="8229600" cy="5486400"/>
          </a:xfrm>
          <a:prstGeom prst="ellipse">
            <a:avLst/>
          </a:prstGeom>
          <a:solidFill>
            <a:srgbClr val="1A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</a:rPr>
              <a:t>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</a:rPr>
              <a:t>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6B6D4"/>
                </a:solidFill>
              </a:rPr>
              <a:t>Your agents. Your rules. Running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B0"/>
                </a:solidFill>
              </a:rPr>
              <a:t>github.com/Nikhil-Chavanke-21/swarm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